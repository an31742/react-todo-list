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2"/>
          </a:solidFill>
          <a:ln w="12700">
            <a:solidFill>
              <a:srgbClr val="0711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57200"/>
            <a:ext cx="2834640" cy="2834640"/>
          </a:xfrm>
          <a:prstGeom prst="ellipse">
            <a:avLst/>
          </a:prstGeom>
          <a:solidFill>
            <a:srgbClr val="4DA3FF">
              <a:alpha val="10000"/>
            </a:srgbClr>
          </a:solidFill>
          <a:ln w="12700">
            <a:solidFill>
              <a:srgbClr val="4DA3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5303520"/>
            <a:ext cx="2926080" cy="2926080"/>
          </a:xfrm>
          <a:prstGeom prst="ellipse">
            <a:avLst/>
          </a:prstGeom>
          <a:solidFill>
            <a:srgbClr val="7DD3FC">
              <a:alpha val="7000"/>
            </a:srgbClr>
          </a:solidFill>
          <a:ln w="12700">
            <a:solidFill>
              <a:srgbClr val="7DD3F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212080" cy="3063240"/>
          </a:xfrm>
          <a:prstGeom prst="rect">
            <a:avLst/>
          </a:prstGeom>
          <a:solidFill>
            <a:srgbClr val="0C1730">
              <a:alpha val="96000"/>
            </a:srgbClr>
          </a:solidFill>
          <a:ln w="12700">
            <a:solidFill>
              <a:srgbClr val="4DA3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7452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全栈管理后台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运营驾驶舱 / 权限菜单 / CRUD / 接口联调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明天面试可直接讲的项目展示稿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3200400"/>
            <a:ext cx="987552" cy="274320"/>
          </a:xfrm>
          <a:prstGeom prst="roundRect">
            <a:avLst>
              <a:gd name="adj" fmla="val 40000"/>
            </a:avLst>
          </a:prstGeom>
          <a:solidFill>
            <a:srgbClr val="123055">
              <a:alpha val="96000"/>
            </a:srgbClr>
          </a:solidFill>
          <a:ln w="12700">
            <a:solidFill>
              <a:srgbClr val="4DA3FF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2783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5960" y="3200400"/>
            <a:ext cx="2157984" cy="274320"/>
          </a:xfrm>
          <a:prstGeom prst="roundRect">
            <a:avLst>
              <a:gd name="adj" fmla="val 40000"/>
            </a:avLst>
          </a:prstGeom>
          <a:solidFill>
            <a:srgbClr val="123055">
              <a:alpha val="96000"/>
            </a:srgbClr>
          </a:solidFill>
          <a:ln w="12700">
            <a:solidFill>
              <a:srgbClr val="4DA3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322783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Redux Toolkit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33672" y="3200400"/>
            <a:ext cx="1719072" cy="274320"/>
          </a:xfrm>
          <a:prstGeom prst="roundRect">
            <a:avLst>
              <a:gd name="adj" fmla="val 40000"/>
            </a:avLst>
          </a:prstGeom>
          <a:solidFill>
            <a:srgbClr val="123055">
              <a:alpha val="96000"/>
            </a:srgbClr>
          </a:solidFill>
          <a:ln w="12700">
            <a:solidFill>
              <a:srgbClr val="4DA3F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322783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 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62472" y="320040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123055">
              <a:alpha val="96000"/>
            </a:srgbClr>
          </a:solidFill>
          <a:ln w="12700">
            <a:solidFill>
              <a:srgbClr val="4DA3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2472" y="32278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3584448"/>
            <a:ext cx="987552" cy="274320"/>
          </a:xfrm>
          <a:prstGeom prst="roundRect">
            <a:avLst>
              <a:gd name="adj" fmla="val 40000"/>
            </a:avLst>
          </a:prstGeom>
          <a:solidFill>
            <a:srgbClr val="123055">
              <a:alpha val="96000"/>
            </a:srgbClr>
          </a:solidFill>
          <a:ln w="12700">
            <a:solidFill>
              <a:srgbClr val="4DA3FF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1188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65960" y="3584448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123055">
              <a:alpha val="96000"/>
            </a:srgbClr>
          </a:solidFill>
          <a:ln w="12700">
            <a:solidFill>
              <a:srgbClr val="4DA3FF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3611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55848" y="3584448"/>
            <a:ext cx="1133856" cy="274320"/>
          </a:xfrm>
          <a:prstGeom prst="roundRect">
            <a:avLst>
              <a:gd name="adj" fmla="val 40000"/>
            </a:avLst>
          </a:prstGeom>
          <a:solidFill>
            <a:srgbClr val="123055">
              <a:alpha val="96000"/>
            </a:srgbClr>
          </a:solidFill>
          <a:ln w="12700">
            <a:solidFill>
              <a:srgbClr val="4DA3FF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361188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Vercel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1600200"/>
            <a:ext cx="5440680" cy="3017520"/>
          </a:xfrm>
          <a:prstGeom prst="roundRect">
            <a:avLst>
              <a:gd name="adj" fmla="val 4242"/>
            </a:avLst>
          </a:prstGeom>
          <a:solidFill>
            <a:srgbClr val="14213D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847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明天展示重点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19088" y="2212848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权限菜单：登录后按角色展示菜单，体现中后台系统能力。</a:t>
            </a:r>
            <a:endParaRPr lang="en-US" sz="1120" dirty="0"/>
          </a:p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数据驾驶舱：折线图、柱状图、滚动榜单、KPI 指标卡。</a:t>
            </a:r>
            <a:endParaRPr lang="en-US" sz="1120" dirty="0"/>
          </a:p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工程化：Axios 封装、路由守卫、全屏 resize、Vercel 部署。</a:t>
            </a:r>
            <a:endParaRPr lang="en-US" sz="1120" dirty="0"/>
          </a:p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联调排障：CORS、环境变量、路由重写、前后端拆分部署。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419088" y="4160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9C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适合面试讲法：先讲业务场景，再讲难点与解决方案，最后讲上线部署。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41148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全栈管理后台 / 面试材料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75720" y="64190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2"/>
          </a:solidFill>
          <a:ln w="12700">
            <a:solidFill>
              <a:srgbClr val="0711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57200"/>
            <a:ext cx="2834640" cy="2834640"/>
          </a:xfrm>
          <a:prstGeom prst="ellipse">
            <a:avLst/>
          </a:prstGeom>
          <a:solidFill>
            <a:srgbClr val="4DA3FF">
              <a:alpha val="10000"/>
            </a:srgbClr>
          </a:solidFill>
          <a:ln w="12700">
            <a:solidFill>
              <a:srgbClr val="4DA3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5303520"/>
            <a:ext cx="2926080" cy="2926080"/>
          </a:xfrm>
          <a:prstGeom prst="ellipse">
            <a:avLst/>
          </a:prstGeom>
          <a:solidFill>
            <a:srgbClr val="7DD3FC">
              <a:alpha val="7000"/>
            </a:srgbClr>
          </a:solidFill>
          <a:ln w="12700">
            <a:solidFill>
              <a:srgbClr val="7DD3FC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把“学习项目”包装成更接近企业真实场景的中后台系统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2B4B7A">
                <a:alpha val="8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544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8249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中后台场景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1938528"/>
            <a:ext cx="24140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登录、菜单、权限、列表、图表、CRUD，覆盖企业管理系统常见链路。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611880" y="15544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168249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数据驾驶舱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938528"/>
            <a:ext cx="24140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首页提供 KPI 指标卡、趋势图、对比图、滚动榜单，适合面试展示。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537960" y="15544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68249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前后端联调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02552" y="1938528"/>
            <a:ext cx="24140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前端对接 Express API，处理 CORS、环境变量和接口异常。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464040" y="155448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8632" y="168249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28632" y="1938528"/>
            <a:ext cx="17282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权限菜单、路由守卫、Axios 封装、图表 resize、部署拆分。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85800" y="30632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191256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447288"/>
            <a:ext cx="50292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模拟企业后台的核心业务能力，而不是单纯做一个页面练习。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把“权限菜单 + 数据可视化 + CRUD + 部署联调”串成完整闭环。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让面试官一眼看出你具备中后台开发、问题排查和上线意识。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30632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319125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岗位匹配点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3447288"/>
            <a:ext cx="48463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对应岗位中的：前端开发与体验实现、接口对接与交互优化。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对应岗位中的：技术攻坚、响应式布局、组件复用、性能优化。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对应岗位中的：AI 工具应用、前后端协作、业务迭代与文档沉淀。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全栈管理后台 / 面试材料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75720" y="64190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2"/>
          </a:solidFill>
          <a:ln w="12700">
            <a:solidFill>
              <a:srgbClr val="0711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57200"/>
            <a:ext cx="2834640" cy="2834640"/>
          </a:xfrm>
          <a:prstGeom prst="ellipse">
            <a:avLst/>
          </a:prstGeom>
          <a:solidFill>
            <a:srgbClr val="4DA3FF">
              <a:alpha val="10000"/>
            </a:srgbClr>
          </a:solidFill>
          <a:ln w="12700">
            <a:solidFill>
              <a:srgbClr val="4DA3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5303520"/>
            <a:ext cx="2926080" cy="2926080"/>
          </a:xfrm>
          <a:prstGeom prst="ellipse">
            <a:avLst/>
          </a:prstGeom>
          <a:solidFill>
            <a:srgbClr val="7DD3FC">
              <a:alpha val="7000"/>
            </a:srgbClr>
          </a:solidFill>
          <a:ln w="12700">
            <a:solidFill>
              <a:srgbClr val="7DD3FC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前端、接口、状态、图表和部署一条线打通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2B4B7A">
                <a:alpha val="8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73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86537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UI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121408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页面、布局、路由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834640" y="17373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186537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Redux Toolkit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99232" y="2121408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登录态 / 用户信息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029200" y="17373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86537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 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93792" y="2121408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 / 表单 / 弹窗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223760" y="17373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8352" y="186537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88352" y="2121408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 / 柱状图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9418320" y="1737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186537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82912" y="212140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统一请求封装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1600200" y="2670048"/>
            <a:ext cx="548640" cy="0"/>
          </a:xfrm>
          <a:prstGeom prst="line">
            <a:avLst/>
          </a:prstGeom>
          <a:noFill/>
          <a:ln w="12700">
            <a:solidFill>
              <a:srgbClr val="4DA3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794760" y="2670048"/>
            <a:ext cx="548640" cy="0"/>
          </a:xfrm>
          <a:prstGeom prst="line">
            <a:avLst/>
          </a:prstGeom>
          <a:noFill/>
          <a:ln w="1270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89320" y="2670048"/>
            <a:ext cx="548640" cy="0"/>
          </a:xfrm>
          <a:prstGeom prst="line">
            <a:avLst/>
          </a:prstGeom>
          <a:noFill/>
          <a:ln w="1270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83880" y="2670048"/>
            <a:ext cx="548640" cy="0"/>
          </a:xfrm>
          <a:prstGeom prst="line">
            <a:avLst/>
          </a:prstGeom>
          <a:noFill/>
          <a:ln w="1270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5800" y="306324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19125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3447288"/>
            <a:ext cx="329184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Router 完成菜单与页面切换。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 Design 完成后台视觉体系。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使用响应式布局和全屏适配提升展示体验。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26280" y="306324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319125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09160" y="3447288"/>
            <a:ext cx="329184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提供 RESTful API。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登录、退出、用户信息、Todo、任务等接口统一管理。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处理跨域、token、异常状态码和本地/线上差异。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66760" y="3063240"/>
            <a:ext cx="3063240" cy="2331720"/>
          </a:xfrm>
          <a:prstGeom prst="roundRect">
            <a:avLst>
              <a:gd name="adj" fmla="val 392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31352" y="319125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549640" y="3447288"/>
            <a:ext cx="269748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前后端拆分为两个 Vercel 项目。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环境变量独立配置。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避免单仓库混合部署导致的路由冲突。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1148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全栈管理后台 / 面试材料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475720" y="64190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2"/>
          </a:solidFill>
          <a:ln w="12700">
            <a:solidFill>
              <a:srgbClr val="0711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57200"/>
            <a:ext cx="2834640" cy="2834640"/>
          </a:xfrm>
          <a:prstGeom prst="ellipse">
            <a:avLst/>
          </a:prstGeom>
          <a:solidFill>
            <a:srgbClr val="4DA3FF">
              <a:alpha val="10000"/>
            </a:srgbClr>
          </a:solidFill>
          <a:ln w="12700">
            <a:solidFill>
              <a:srgbClr val="4DA3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5303520"/>
            <a:ext cx="2926080" cy="2926080"/>
          </a:xfrm>
          <a:prstGeom prst="ellipse">
            <a:avLst/>
          </a:prstGeom>
          <a:solidFill>
            <a:srgbClr val="7DD3FC">
              <a:alpha val="7000"/>
            </a:srgbClr>
          </a:solidFill>
          <a:ln w="12700">
            <a:solidFill>
              <a:srgbClr val="7DD3FC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权限菜单与后台布局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这部分最像企业中台，也是面试最容易讲出价值的一部分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2B4B7A">
                <a:alpha val="8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544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8249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二级菜单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1938528"/>
            <a:ext cx="24140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左侧菜单按业务分组，工作台 / 任务中心 / 示例页面 / 系统管理。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611880" y="15544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168249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938528"/>
            <a:ext cx="24140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/ editor / viewer 三种角色，不同角色看到的菜单不同。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537960" y="15544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68249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路由守卫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02552" y="1938528"/>
            <a:ext cx="24140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直接访问无权限页面时拦截到 403，避免越权访问。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464040" y="1554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8632" y="168249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28632" y="1938528"/>
            <a:ext cx="17282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头像、角色、退出登录，形成完整后台顶部导航。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85800" y="315468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28269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我在这个模块做的关键点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538728"/>
            <a:ext cx="49377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根据角色动态过滤菜单树，而不是只做前端显示隐藏。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openKeys 和 selectedKeys 管理菜单状态，保证二级菜单交互正常。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退出登录后同步清理 token 和本地登录状态，避免页面残留。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315468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28269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面试时可以这样讲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3538728"/>
            <a:ext cx="49377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这是一个典型的中后台能力：权限控制、菜单树、路由守卫、顶部用户区。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它不只是“能点开页面”，而是体现了真实系统里的访问控制思维。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全栈管理后台 / 面试材料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75720" y="64190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2"/>
          </a:solidFill>
          <a:ln w="12700">
            <a:solidFill>
              <a:srgbClr val="0711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57200"/>
            <a:ext cx="2834640" cy="2834640"/>
          </a:xfrm>
          <a:prstGeom prst="ellipse">
            <a:avLst/>
          </a:prstGeom>
          <a:solidFill>
            <a:srgbClr val="4DA3FF">
              <a:alpha val="10000"/>
            </a:srgbClr>
          </a:solidFill>
          <a:ln w="12700">
            <a:solidFill>
              <a:srgbClr val="4DA3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5303520"/>
            <a:ext cx="2926080" cy="2926080"/>
          </a:xfrm>
          <a:prstGeom prst="ellipse">
            <a:avLst/>
          </a:prstGeom>
          <a:solidFill>
            <a:srgbClr val="7DD3FC">
              <a:alpha val="7000"/>
            </a:srgbClr>
          </a:solidFill>
          <a:ln w="12700">
            <a:solidFill>
              <a:srgbClr val="7DD3FC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数据驾驶舱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首页是我最想让面试官看的部分，体现数据可视化和页面组织能力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2B4B7A">
                <a:alpha val="8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544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8249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指标卡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1938528"/>
            <a:ext cx="2322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今日交易额 / 活跃用户数 / 订单完成率 / 系统健康度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520440" y="15544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168249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85032" y="1938528"/>
            <a:ext cx="2322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展示近 7 日访问趋势，适合说明波动和变化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355080" y="15544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68249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9672" y="1938528"/>
            <a:ext cx="2322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展示月度交易对比，突出数据对比感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189720" y="155448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1682496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滚动榜单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54312" y="1938528"/>
            <a:ext cx="20025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区域销售排名，增强运营感和展示感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85800" y="29260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054096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这个页面的展示价值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310128"/>
            <a:ext cx="50292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一屏展示数据总览，适合面试时共享屏幕演示。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支持全屏模式，并在全屏时主动 resize 图表，避免柱状图显示不全。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适配不同分辨率，能在桌面、笔记本、平板上保持较好的视觉效果。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292608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305409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如果被追问实现细节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3310128"/>
            <a:ext cx="48463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容器尺寸变化后手动调用 resize。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滚动榜单使用 CSS 动画实现。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卡和图表容器都做了响应式布局。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全栈管理后台 / 面试材料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75720" y="64190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2"/>
          </a:solidFill>
          <a:ln w="12700">
            <a:solidFill>
              <a:srgbClr val="0711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57200"/>
            <a:ext cx="2834640" cy="2834640"/>
          </a:xfrm>
          <a:prstGeom prst="ellipse">
            <a:avLst/>
          </a:prstGeom>
          <a:solidFill>
            <a:srgbClr val="4DA3FF">
              <a:alpha val="10000"/>
            </a:srgbClr>
          </a:solidFill>
          <a:ln w="12700">
            <a:solidFill>
              <a:srgbClr val="4DA3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5303520"/>
            <a:ext cx="2926080" cy="2926080"/>
          </a:xfrm>
          <a:prstGeom prst="ellipse">
            <a:avLst/>
          </a:prstGeom>
          <a:solidFill>
            <a:srgbClr val="7DD3FC">
              <a:alpha val="7000"/>
            </a:srgbClr>
          </a:solidFill>
          <a:ln w="12700">
            <a:solidFill>
              <a:srgbClr val="7DD3FC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用典型 CRUD 模块证明你能做真实业务，而不是只会摆页面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2B4B7A">
                <a:alpha val="8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728216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Todo 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1984248"/>
            <a:ext cx="2368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增删改查、完成状态切换、列表刷新，典型业务操作。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566160" y="1600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728216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图书管理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30752" y="1984248"/>
            <a:ext cx="2368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查询、详情、编辑、删除，展示接口联动和弹窗表单能力。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446520" y="1600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1728216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职位列表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1112" y="1984248"/>
            <a:ext cx="2368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用于展示列表渲染和搜索筛选的能力。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326880" y="160020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17282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登录注册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91472" y="1984248"/>
            <a:ext cx="18196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认证入口和用户状态切换。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85800" y="329184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41985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我希望面试官看到的点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675888"/>
            <a:ext cx="48463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CRUD 不是简单的列表，而是接口、状态、交互和错误处理的组合。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我会把每个模块当成一个完整业务流程，而不是单纯写 UI。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2918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3419856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面试时怎么说更稳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3675888"/>
            <a:ext cx="49834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“这个模块主要体现我对业务场景的理解：查询、编辑、删除、状态同步和反馈。”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“我在实现时尽量做成通用组件思路，方便后续扩展。”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全栈管理后台 / 面试材料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75720" y="64190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2"/>
          </a:solidFill>
          <a:ln w="12700">
            <a:solidFill>
              <a:srgbClr val="0711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57200"/>
            <a:ext cx="2834640" cy="2834640"/>
          </a:xfrm>
          <a:prstGeom prst="ellipse">
            <a:avLst/>
          </a:prstGeom>
          <a:solidFill>
            <a:srgbClr val="4DA3FF">
              <a:alpha val="10000"/>
            </a:srgbClr>
          </a:solidFill>
          <a:ln w="12700">
            <a:solidFill>
              <a:srgbClr val="4DA3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5303520"/>
            <a:ext cx="2926080" cy="2926080"/>
          </a:xfrm>
          <a:prstGeom prst="ellipse">
            <a:avLst/>
          </a:prstGeom>
          <a:solidFill>
            <a:srgbClr val="7DD3FC">
              <a:alpha val="7000"/>
            </a:srgbClr>
          </a:solidFill>
          <a:ln w="12700">
            <a:solidFill>
              <a:srgbClr val="7DD3FC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工程化与部署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这部分非常适合对应岗位里的“接口对接、性能优化、技术攻坚”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2B4B7A">
                <a:alpha val="8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728216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接口封装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984248"/>
            <a:ext cx="32461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统一设置 Axios baseURL。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token 拦截器补充身份信息。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统一处理 401、退出登录和错误提示。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16002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728216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984248"/>
            <a:ext cx="32461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图表容器 resize 适配全屏和窗口变化。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首页采用卡片化布局，降低信息拥挤感。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尽量减少重复逻辑，提升可维护性。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75320" y="1600200"/>
            <a:ext cx="3246120" cy="2331720"/>
          </a:xfrm>
          <a:prstGeom prst="roundRect">
            <a:avLst>
              <a:gd name="adj" fmla="val 392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728216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部署问题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1984248"/>
            <a:ext cx="2880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前后端分离成两个 Vercel 项目。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 Root Directory / Build Command / Env 配置。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 CORS 与路由重写问题。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160520"/>
            <a:ext cx="10972800" cy="1234440"/>
          </a:xfrm>
          <a:prstGeom prst="roundRect">
            <a:avLst>
              <a:gd name="adj" fmla="val 7407"/>
            </a:avLst>
          </a:prstGeom>
          <a:solidFill>
            <a:srgbClr val="112244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288536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我踩过的坑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" y="4544568"/>
            <a:ext cx="106436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Vercel 路由重写导致根路径展示错页面、CORS 导致登录 500、环境变量 secret 不存在、图表全屏时显示不全、前后端请求地址混用。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1148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全栈管理后台 / 面试材料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75720" y="64190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2"/>
          </a:solidFill>
          <a:ln w="12700">
            <a:solidFill>
              <a:srgbClr val="0711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57200"/>
            <a:ext cx="2834640" cy="2834640"/>
          </a:xfrm>
          <a:prstGeom prst="ellipse">
            <a:avLst/>
          </a:prstGeom>
          <a:solidFill>
            <a:srgbClr val="4DA3FF">
              <a:alpha val="10000"/>
            </a:srgbClr>
          </a:solidFill>
          <a:ln w="12700">
            <a:solidFill>
              <a:srgbClr val="4DA3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5303520"/>
            <a:ext cx="2926080" cy="2926080"/>
          </a:xfrm>
          <a:prstGeom prst="ellipse">
            <a:avLst/>
          </a:prstGeom>
          <a:solidFill>
            <a:srgbClr val="7DD3FC">
              <a:alpha val="7000"/>
            </a:srgbClr>
          </a:solidFill>
          <a:ln w="12700">
            <a:solidFill>
              <a:srgbClr val="7DD3FC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明天面试的讲述顺序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建议按这个顺序讲，逻辑清晰，时间也容易控制在 3 到 5 分钟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2B4B7A">
                <a:alpha val="8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7393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项目定位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2029968"/>
            <a:ext cx="30083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先说这是一个 React 全栈管理后台，面向中后台与数据驾驶舱场景。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34840" y="164592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77393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核心功能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029968"/>
            <a:ext cx="30083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权限菜单、数据可视化、CRUD、登录认证、路由守卫。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7393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难点与解决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02752" y="2029968"/>
            <a:ext cx="30083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CORS、全屏 resize、环境变量、Vercel 拆分部署。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51129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一句话自我介绍项目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67328"/>
            <a:ext cx="49377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我做的是一个 React 全栈后台系统，包含权限菜单、数据驾驶舱、Todo 和图书管理。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前端用了 React、Redux Toolkit、Ant Design、ECharts，后端是 Express，接口按 RESTful 对接。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338328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0F1B31"/>
          </a:solidFill>
          <a:ln w="12700">
            <a:solidFill>
              <a:srgbClr val="2B4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511296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收尾话术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3767328"/>
            <a:ext cx="47091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这个项目让我把页面、权限、接口、部署和排障串成了完整闭环。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如果需要，我可以现场共享屏幕演示登录、权限菜单和数据驾驶舱。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全栈管理后台 / 面试材料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75720" y="64190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全栈管理后台 / 运营驾驶舱</dc:title>
  <dc:subject>Interview deck for React full-stack admin project</dc:subject>
  <dc:creator>Codex</dc:creator>
  <cp:lastModifiedBy>Codex</cp:lastModifiedBy>
  <cp:revision>1</cp:revision>
  <dcterms:created xsi:type="dcterms:W3CDTF">2026-05-13T10:37:34Z</dcterms:created>
  <dcterms:modified xsi:type="dcterms:W3CDTF">2026-05-13T10:37:34Z</dcterms:modified>
</cp:coreProperties>
</file>